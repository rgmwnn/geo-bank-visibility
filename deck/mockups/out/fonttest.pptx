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190500"/>
            <a:ext cx="11430000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2400">
                <a:latin typeface="DM Serif Display"/>
              </a:rPr>
              <a:t>DM Serif Display: Favoured Banks 0123 Rgb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660400"/>
            <a:ext cx="11430000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2400">
                <a:latin typeface="DM Sans"/>
              </a:rPr>
              <a:t>DM Sans: Favoured Banks 0123 Rgb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130300"/>
            <a:ext cx="11430000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latin typeface="DM Sans"/>
              </a:rPr>
              <a:t>DM Sans Bold: Favoured Banks 0123 Rgb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600200"/>
            <a:ext cx="11430000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2400">
                <a:latin typeface="IBM Plex Sans"/>
              </a:rPr>
              <a:t>IBM Plex Sans: Favoured Banks 0123 Rgb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2070100"/>
            <a:ext cx="11430000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latin typeface="IBM Plex Sans"/>
              </a:rPr>
              <a:t>IBM Plex Sans Bold: Favoured Banks 0123 Rgb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2540000"/>
            <a:ext cx="11430000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2400">
                <a:latin typeface="Plus Jakarta Sans"/>
              </a:rPr>
              <a:t>Plus Jakarta Sans: Favoured Banks 0123 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3009900"/>
            <a:ext cx="11430000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latin typeface="Plus Jakarta Sans"/>
              </a:rPr>
              <a:t>Plus Jakarta Sans Bold: Favoured Banks 0123 Rgb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3479800"/>
            <a:ext cx="11430000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2400">
                <a:latin typeface="Source Serif 4"/>
              </a:rPr>
              <a:t>Source Serif 4: Favoured Banks 0123 Rgb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3949700"/>
            <a:ext cx="11430000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2400">
                <a:latin typeface="Libre Franklin"/>
              </a:rPr>
              <a:t>Libre Franklin: Favoured Banks 0123 Rgb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4419600"/>
            <a:ext cx="11430000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latin typeface="Libre Franklin"/>
              </a:rPr>
              <a:t>Libre Franklin Bold: Favoured Banks 0123 Rgb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4889500"/>
            <a:ext cx="11430000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2400">
                <a:latin typeface="Lora"/>
              </a:rPr>
              <a:t>Lora: Favoured Banks 0123 Rgb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5359400"/>
            <a:ext cx="11430000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2400">
                <a:latin typeface="Libre Baskerville"/>
              </a:rPr>
              <a:t>Libre Baskerville: Favoured Banks 0123 Rgb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5829300"/>
            <a:ext cx="11430000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latin typeface="Bricolage Grotesque"/>
              </a:rPr>
              <a:t>Bricolage Grotesque Bold: Favoured Banks 0123 Rgb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6299200"/>
            <a:ext cx="11430000" cy="44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2400">
                <a:latin typeface="Work Sans"/>
              </a:rPr>
              <a:t>Work Sans: Favoured Banks 0123 Rgb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